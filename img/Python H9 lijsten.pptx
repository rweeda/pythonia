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150" d="100"/>
          <a:sy n="150" d="100"/>
        </p:scale>
        <p:origin x="7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ECD3-9CFA-4C2A-A70E-DC572C67F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98B71-8FAA-48C4-BC51-569304778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0C939-DF4E-470C-9CE9-C6B058F3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9DC52-6BA1-40EE-8874-B169A965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662FE-8FE8-4B0F-B853-DCA0DFBB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677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C754-2A8C-4600-A132-52CF7B3C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AA0BD-7403-496A-AB8D-5ED944AA7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5B0EF-E785-4D8F-B0A6-9F4DF2AD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59BD8-4598-4F79-8B9E-78D919A6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82C83-CC82-4F5E-939B-EB8014A6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116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4B3D-873C-468C-B5B2-2244B779D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1ED78-4126-4CDD-B381-BA3FBA306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DFBE7-18F0-4E0A-8D27-C10D3D8C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195E5-C80D-4B02-AB36-9623BC44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FDB11-B216-4674-8335-3235EA46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876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8EB6-FD6F-4F48-87CE-11CEAF9E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B90A-F67E-482C-B7EA-5C5E06C69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D8C2B-F5AC-4D12-8569-98AF6C94A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3F67C-B988-4FBD-BB86-3F5C03FF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2D982-BABF-465D-BB19-5D05C4F1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3F0F1-3BE8-4C30-9FAD-C4542E89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607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D2A4-90C8-4A09-921C-082F20E4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12F23-A507-4851-92FC-F9E78F9E7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B10DF-4334-480B-891D-373F503C8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0444F-7083-4ED3-A89D-43B3D6939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F2293-4A79-4DBE-A5E5-BC3BD1F53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19631-B47D-4030-A0A0-B2C10905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FA275-7314-46FB-BDDD-9D42AC33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E97FE-3C56-4A3E-ABB1-51EA039B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572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2D5E-1897-4D66-B936-9E92D6A4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B5932-4A98-4084-A6ED-6DCE54A0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C1038-EDBE-482C-9E01-EE165F61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7157-CC2D-4813-A853-E2418704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759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DE8C8-6B4A-4E3C-9781-77233536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F2748-E464-4C09-B839-5E0A08C8D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FD38E-0424-4729-B35D-CBFEC2DE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102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973A-AB83-48FE-8ACA-C5175DF7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B4F31-CC1B-4B03-8A24-112BAF097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60BC7-92C9-4FDB-A2CA-4FD739ECF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5283C-7281-4798-B135-43866D357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2F009-4D38-4987-9A8F-CB259D43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6B90D-70C8-40EF-ABB4-A49625F4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125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480F-0D52-4790-AD79-37EBB575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9C2E0-5FC5-4A11-90F0-3355FD5B1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3CA4F-DBD9-4932-85F0-CFBB4B699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0C846-8112-4ADA-B198-EBED1DA2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0E48F-76B4-44CE-B9DD-37C8D3AC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2802D-55ED-4883-87F2-F4F3AFF3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77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B1CE-E4B6-48DB-94AB-3A5F7CCE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60286-23CB-4456-9581-A9F9CB66F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B58A-7106-4E8E-8019-FC63F662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9EBEA-C6CE-4BBC-AD30-2B410894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686F7-3D78-4B5E-B093-CCB9FADF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201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A2F71-1729-4F7A-92B2-53BD773F1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D7DE6-31D2-4867-B2CF-EB0108498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5D7F4-8514-44E3-A67C-E2FC5FB8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5CD47-D725-4CC4-AF2D-4A38B654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BE96A-3A6B-4B19-910F-ABE6E16E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2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D2E4E-C390-4C31-976B-60FA533A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06B61-89F7-4D6A-B4D6-96C8967EF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5263A-6DA4-472B-93B4-C1CB46A3E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F8308-E3C7-4C26-B1F7-A5D299294147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30FBF-787E-4C00-B87B-592CF3F12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FE880-C288-4A4E-B7D7-4169A0FBC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AB82E-3563-4DA9-B22B-70648042710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855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F9D9216-CB8F-4F72-92EE-C7EEE206BE53}"/>
              </a:ext>
            </a:extLst>
          </p:cNvPr>
          <p:cNvGrpSpPr/>
          <p:nvPr/>
        </p:nvGrpSpPr>
        <p:grpSpPr>
          <a:xfrm>
            <a:off x="1481706" y="2901323"/>
            <a:ext cx="7571547" cy="1055353"/>
            <a:chOff x="546139" y="3128209"/>
            <a:chExt cx="7571547" cy="105535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CD35A9-E935-43C4-9162-D96766A5040E}"/>
                </a:ext>
              </a:extLst>
            </p:cNvPr>
            <p:cNvSpPr/>
            <p:nvPr/>
          </p:nvSpPr>
          <p:spPr>
            <a:xfrm>
              <a:off x="3203838" y="3128212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appels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CEBFBF-9C94-4951-8943-32745F6CA05C}"/>
                </a:ext>
              </a:extLst>
            </p:cNvPr>
            <p:cNvSpPr/>
            <p:nvPr/>
          </p:nvSpPr>
          <p:spPr>
            <a:xfrm>
              <a:off x="4432300" y="3128211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"brood"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AB2886-CC36-437E-9D2B-FCF475C3065C}"/>
                </a:ext>
              </a:extLst>
            </p:cNvPr>
            <p:cNvSpPr/>
            <p:nvPr/>
          </p:nvSpPr>
          <p:spPr>
            <a:xfrm>
              <a:off x="5660762" y="3128210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melk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138F46-59CC-4D00-9236-F28ECD7FA255}"/>
                </a:ext>
              </a:extLst>
            </p:cNvPr>
            <p:cNvSpPr/>
            <p:nvPr/>
          </p:nvSpPr>
          <p:spPr>
            <a:xfrm>
              <a:off x="6889224" y="3128209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kaas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450E91-B2EE-437C-BE5F-991819452699}"/>
                </a:ext>
              </a:extLst>
            </p:cNvPr>
            <p:cNvSpPr txBox="1"/>
            <p:nvPr/>
          </p:nvSpPr>
          <p:spPr>
            <a:xfrm>
              <a:off x="3705994" y="3814230"/>
              <a:ext cx="301686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dirty="0"/>
                <a:t>0</a:t>
              </a:r>
              <a:endParaRPr lang="nl-NL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C0E11A-05D7-4F11-87CD-0E7708BA8F1C}"/>
                </a:ext>
              </a:extLst>
            </p:cNvPr>
            <p:cNvSpPr txBox="1"/>
            <p:nvPr/>
          </p:nvSpPr>
          <p:spPr>
            <a:xfrm>
              <a:off x="4912150" y="3814230"/>
              <a:ext cx="301686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dirty="0"/>
                <a:t>1</a:t>
              </a:r>
              <a:endParaRPr lang="nl-NL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435FE9-67A3-4689-9FB8-3D7F8753A2E7}"/>
                </a:ext>
              </a:extLst>
            </p:cNvPr>
            <p:cNvSpPr txBox="1"/>
            <p:nvPr/>
          </p:nvSpPr>
          <p:spPr>
            <a:xfrm>
              <a:off x="6118306" y="3801527"/>
              <a:ext cx="301686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dirty="0"/>
                <a:t>2</a:t>
              </a:r>
              <a:endParaRPr lang="nl-NL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F38EBB-D97A-469D-B12D-0C7C540251AE}"/>
                </a:ext>
              </a:extLst>
            </p:cNvPr>
            <p:cNvSpPr txBox="1"/>
            <p:nvPr/>
          </p:nvSpPr>
          <p:spPr>
            <a:xfrm>
              <a:off x="7324462" y="3784590"/>
              <a:ext cx="301686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dirty="0"/>
                <a:t>3</a:t>
              </a:r>
              <a:endParaRPr lang="nl-N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12FC39-F4CC-4CE9-894E-69950607915C}"/>
                </a:ext>
              </a:extLst>
            </p:cNvPr>
            <p:cNvSpPr txBox="1"/>
            <p:nvPr/>
          </p:nvSpPr>
          <p:spPr>
            <a:xfrm>
              <a:off x="546139" y="3242733"/>
              <a:ext cx="25907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Consolas" panose="020B0609020204030204" pitchFamily="49" charset="0"/>
                </a:rPr>
                <a:t>boodschappenlijst =</a:t>
              </a:r>
            </a:p>
            <a:p>
              <a:endParaRPr lang="nl-NL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C3946EC-B054-4F74-8D72-C5BBE452AE0F}"/>
              </a:ext>
            </a:extLst>
          </p:cNvPr>
          <p:cNvGrpSpPr/>
          <p:nvPr/>
        </p:nvGrpSpPr>
        <p:grpSpPr>
          <a:xfrm>
            <a:off x="1481706" y="1117375"/>
            <a:ext cx="7571547" cy="760855"/>
            <a:chOff x="1481706" y="1117375"/>
            <a:chExt cx="7571547" cy="76085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FD1221-AEC4-4EFF-9050-B3CA2AB0D3B3}"/>
                </a:ext>
              </a:extLst>
            </p:cNvPr>
            <p:cNvSpPr/>
            <p:nvPr/>
          </p:nvSpPr>
          <p:spPr>
            <a:xfrm>
              <a:off x="4139405" y="1117378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appels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724A21F-972C-47CB-97B7-82753B50DC51}"/>
                </a:ext>
              </a:extLst>
            </p:cNvPr>
            <p:cNvSpPr/>
            <p:nvPr/>
          </p:nvSpPr>
          <p:spPr>
            <a:xfrm>
              <a:off x="5367867" y="1117377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"brood"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A7EB22-9FFC-4C8C-A10D-4167063548B5}"/>
                </a:ext>
              </a:extLst>
            </p:cNvPr>
            <p:cNvSpPr/>
            <p:nvPr/>
          </p:nvSpPr>
          <p:spPr>
            <a:xfrm>
              <a:off x="6596329" y="1117376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melk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922B0D-40E7-4E16-B10C-EA69BF477E85}"/>
                </a:ext>
              </a:extLst>
            </p:cNvPr>
            <p:cNvSpPr/>
            <p:nvPr/>
          </p:nvSpPr>
          <p:spPr>
            <a:xfrm>
              <a:off x="7824791" y="1117375"/>
              <a:ext cx="1228462" cy="6479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kaas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endParaRPr lang="nl-NL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746730C-05AB-4277-98F4-8921FD887616}"/>
                </a:ext>
              </a:extLst>
            </p:cNvPr>
            <p:cNvSpPr txBox="1"/>
            <p:nvPr/>
          </p:nvSpPr>
          <p:spPr>
            <a:xfrm>
              <a:off x="1481706" y="1231899"/>
              <a:ext cx="25907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Consolas" panose="020B0609020204030204" pitchFamily="49" charset="0"/>
                </a:rPr>
                <a:t>boodschappenlijst =</a:t>
              </a:r>
            </a:p>
            <a:p>
              <a:endParaRPr lang="nl-NL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73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Smetsers, J.E.W. (Sjaak)</dc:creator>
  <cp:lastModifiedBy>Smetsers, J.E.W. (Sjaak)</cp:lastModifiedBy>
  <cp:revision>4</cp:revision>
  <dcterms:created xsi:type="dcterms:W3CDTF">2026-06-24T10:42:48Z</dcterms:created>
  <dcterms:modified xsi:type="dcterms:W3CDTF">2026-06-24T13:33:31Z</dcterms:modified>
</cp:coreProperties>
</file>